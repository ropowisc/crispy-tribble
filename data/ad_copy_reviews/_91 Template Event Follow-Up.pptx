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Event Follow-Up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Talking points after an education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is for educational purposes only.</a:t>
            </a:r>
          </a:p>
          <a:p>
            <a:r>
              <a:t>Client-specific recommendations require a signed advisory agreement.</a:t>
            </a:r>
          </a:p>
          <a:p>
            <a:r>
              <a:t>We do not project or guarantee specific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Client-Facing Disclosures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material is informational and not a solicitation to buy or sell securities. Clients should review the latest ADV and fee schedule before engaging the firm.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