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Marketing Kit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Flexible asset allocation 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Quarterly check-ins put goals, liquidity, and taxes in context.</a:t>
            </a:r>
          </a:p>
          <a:p>
            <a:r>
              <a:t>Portfolios stay diversified across equity styles, fixed income, and cash reserves.</a:t>
            </a:r>
          </a:p>
          <a:p>
            <a:r>
              <a:t>We emphasize that returns will vary and losses remain 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Client-Facing Disclosures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Advisory services are offered by Example RIA, an SEC-registered investment adviser. Investing involves risk, including loss of principal.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